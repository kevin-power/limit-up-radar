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B949E"/>
                </a:solidFill>
                <a:latin typeface="Arial"/>
              </a:rPr>
              <a:t>月營收 (萬 TWD)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月營收 (萬)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100人</c:v>
                  </c:pt>
                  <c:pt idx="1">
                    <c:v>300人</c:v>
                  </c:pt>
                  <c:pt idx="2">
                    <c:v>500人</c:v>
                  </c:pt>
                  <c:pt idx="3">
                    <c:v>1000人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24</c:v>
                </c:pt>
                <c:pt idx="2">
                  <c:v>40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imit-up-radar.vercel.app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0" y="731520"/>
            <a:ext cx="2194560" cy="219456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515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漲停雷達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8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Limit-Up Radar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驅動的台股漲停族群分類與分析平台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limit-up-radar.vercel.app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4754880"/>
            <a:ext cx="4114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台股投資人每天面對的困境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資訊分散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要開 5-10 個網站才能掌握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漲停股、法人、國際盤全貌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1463040"/>
            <a:ext cx="192024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0" y="1828800"/>
            <a:ext cx="731520" cy="73152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659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9748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手動分析耗時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69748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族群分類靠人工判斷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容易遺漏關聯性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1463040"/>
            <a:ext cx="192024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Shape 15"/>
          <p:cNvSpPr/>
          <p:nvPr/>
        </p:nvSpPr>
        <p:spPr>
          <a:xfrm>
            <a:off x="5349240" y="1828800"/>
            <a:ext cx="731520" cy="73152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659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追高套牢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缺乏隔日表現數據驗證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憑感覺追漲停常被套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903720" y="1463040"/>
            <a:ext cx="1920240" cy="2926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46304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0"/>
          <p:cNvSpPr/>
          <p:nvPr/>
        </p:nvSpPr>
        <p:spPr>
          <a:xfrm>
            <a:off x="7498080" y="1828800"/>
            <a:ext cx="731520" cy="73152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659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9516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忽略風險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99516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不知道哪些股票即將被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交易所處置，措手不及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一站式漲停股分析平台，從盤前到盤後全覆蓋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192024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功能模組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從族群分類到策略回測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463040"/>
            <a:ext cx="192024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60604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26060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漲停股追蹤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0604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即時分類與隔日驗證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463040"/>
            <a:ext cx="192024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國際指數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75488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全球市場一覽無遺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03720" y="1463040"/>
            <a:ext cx="1920240" cy="1463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03720" y="1554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69037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掌握盤面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90372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不用開 5 個網站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291840"/>
            <a:ext cx="164592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族群分類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057400" y="3291840"/>
            <a:ext cx="164592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5" name="Text 22"/>
          <p:cNvSpPr/>
          <p:nvPr/>
        </p:nvSpPr>
        <p:spPr>
          <a:xfrm>
            <a:off x="205740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隔日表現驗證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40480" y="3291840"/>
            <a:ext cx="164592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 策略信號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623560" y="3291840"/>
            <a:ext cx="164592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9" name="Text 26"/>
          <p:cNvSpPr/>
          <p:nvPr/>
        </p:nvSpPr>
        <p:spPr>
          <a:xfrm>
            <a:off x="562356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策略回測系統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06640" y="3291840"/>
            <a:ext cx="164592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1" name="Text 28"/>
          <p:cNvSpPr/>
          <p:nvPr/>
        </p:nvSpPr>
        <p:spPr>
          <a:xfrm>
            <a:off x="740664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處置風險預警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漲停雷達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整合每日漲停族群分類、隔日表現追蹤、技術指標選股、策略回測、國際市場監控，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讓投資人用數據取代直覺，用系統取代手動。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大功能模組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34440"/>
            <a:ext cx="640080" cy="64008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每日總覽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一眼掌握盤面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75688" y="100584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32888" y="1234440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21408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121408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驗證追漲策略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31336" y="100584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88536" y="1234440"/>
            <a:ext cx="640080" cy="64008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325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77056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快樂小馬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77056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EMA交叉信號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86984" y="100584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44184" y="1234440"/>
            <a:ext cx="640080" cy="64008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325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策略回測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32704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歷史數據驗證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342632" y="100584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99832" y="123444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272" y="13258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88352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進階選股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88352" y="22402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多條件篩選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0040" y="292608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77240" y="315468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2461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5760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國際市場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6576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全球指數總覽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075688" y="292608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532888" y="3154680"/>
            <a:ext cx="640080" cy="64008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328" y="3246120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121408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市場情資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2121408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財經新聞彙整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31336" y="292608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288536" y="3154680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9976" y="3246120"/>
            <a:ext cx="457200" cy="4572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77056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盤後報告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3877056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每日市場總結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586984" y="292608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044184" y="3154680"/>
            <a:ext cx="640080" cy="640080"/>
          </a:xfrm>
          <a:prstGeom prst="ellipse">
            <a:avLst/>
          </a:prstGeom>
          <a:solidFill>
            <a:srgbClr val="A855F7">
              <a:alpha val="20000"/>
            </a:srgbClr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5624" y="3246120"/>
            <a:ext cx="457200" cy="4572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632704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統計分析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5632704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長期數據規律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7342632" y="2926080"/>
            <a:ext cx="16002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7799832" y="315468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1272" y="3246120"/>
            <a:ext cx="457200" cy="45720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388352" y="3886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處置預測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7388352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風險提前預警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每日總覽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秒掌握今日盤面全貌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TAIEX 指數即時狀態與漲跌統計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自動族群分類（10+ 族群）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今日亮點：最強族群、最大量、連板王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74320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三大法人買賣超即時動向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漲停動力圖 Treemap 視覺化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族群分布水平條圖 + 點擊導航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303520" y="1005840"/>
            <a:ext cx="347472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TAIEX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33,689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31520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+0.45%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3796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379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5895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跌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58952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AI伺服器/散熱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132320" y="2788920"/>
            <a:ext cx="1463040" cy="18288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半導體測試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132320" y="3136392"/>
            <a:ext cx="1097280" cy="182880"/>
          </a:xfrm>
          <a:prstGeom prst="rect">
            <a:avLst/>
          </a:prstGeom>
          <a:solidFill>
            <a:srgbClr val="3B82F6">
              <a:alpha val="7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0" y="34381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鋼鐵/鋼價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32320" y="3483864"/>
            <a:ext cx="1280160" cy="18288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486400" y="3785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矽光子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132320" y="3831336"/>
            <a:ext cx="822960" cy="18288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0" y="4133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PCB/CCL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132320" y="4178808"/>
            <a:ext cx="685800" cy="182880"/>
          </a:xfrm>
          <a:prstGeom prst="rect">
            <a:avLst/>
          </a:prstGeom>
          <a:solidFill>
            <a:srgbClr val="22C55E">
              <a:alpha val="7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核心分析功能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隔日表現追蹤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開盤 / 均價 / 收盤三種報酬率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族群正報酬率排行榜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種標籤分類（續漲停~直接跌）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量比分析判斷資金動能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歷史趨勢 10 日追蹤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快樂小馬 EMA 策略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EMA11 vs EMA24 交叉信號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2920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黃金交叉 / 死亡交叉自動判定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多頭排列 / 空頭排列識別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0292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差值欄位即時趨勢強弱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2920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每支股票 30 日迷你走勢圖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進階工具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策略回測系統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+108%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總報酬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288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82880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勝率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1752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017520" y="2057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24688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大策略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 EMA / KD / MACD / RSI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可調參數 + 權益曲線圖 + 交易紀錄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先回測再實戰，避免用真金白銀試錯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進階選股系統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29200" y="1691640"/>
            <a:ext cx="338328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0" y="1691640"/>
            <a:ext cx="54864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7"/>
          <p:cNvSpPr/>
          <p:nvPr/>
        </p:nvSpPr>
        <p:spPr>
          <a:xfrm>
            <a:off x="52120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價值型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093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ROE、本益比、淨利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029200" y="2286000"/>
            <a:ext cx="338328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Shape 20"/>
          <p:cNvSpPr/>
          <p:nvPr/>
        </p:nvSpPr>
        <p:spPr>
          <a:xfrm>
            <a:off x="5029200" y="228600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1"/>
          <p:cNvSpPr/>
          <p:nvPr/>
        </p:nvSpPr>
        <p:spPr>
          <a:xfrm>
            <a:off x="5212080" y="2286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成長型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30936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營收連續成長、ROE趨勢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029200" y="2880360"/>
            <a:ext cx="338328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8" name="Shape 24"/>
          <p:cNvSpPr/>
          <p:nvPr/>
        </p:nvSpPr>
        <p:spPr>
          <a:xfrm>
            <a:off x="5029200" y="2880360"/>
            <a:ext cx="54864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5"/>
          <p:cNvSpPr/>
          <p:nvPr/>
        </p:nvSpPr>
        <p:spPr>
          <a:xfrm>
            <a:off x="521208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技術面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30936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KD、RSI、均線偏離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5029200" y="3474720"/>
            <a:ext cx="3383280" cy="4572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2" name="Shape 28"/>
          <p:cNvSpPr/>
          <p:nvPr/>
        </p:nvSpPr>
        <p:spPr>
          <a:xfrm>
            <a:off x="5029200" y="347472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29"/>
          <p:cNvSpPr/>
          <p:nvPr/>
        </p:nvSpPr>
        <p:spPr>
          <a:xfrm>
            <a:off x="521208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動能型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3093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漲幅、量比、連板天數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02920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評分系統 1-100 分 + 一鍵快篩預設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競品比較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84048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46304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Chengwaye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嗨投資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CMoney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漲停雷達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族群分類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隔日表現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 策略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策略回測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進階選股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國際市場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市場情資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盤後報告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處置預測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基本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✖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含影響分析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免費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299-999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499-1999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799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28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訂閱方案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1965960" cy="3657600"/>
          </a:xfrm>
          <a:prstGeom prst="rect">
            <a:avLst/>
          </a:prstGeom>
          <a:solidFill>
            <a:srgbClr val="161B22"/>
          </a:solidFill>
          <a:ln w="635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143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2004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41732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每日總覽（延遲1天）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隔日表現（延遲1天）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基本統計分析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1005840"/>
            <a:ext cx="1965960" cy="3657600"/>
          </a:xfrm>
          <a:prstGeom prst="rect">
            <a:avLst/>
          </a:prstGeom>
          <a:solidFill>
            <a:srgbClr val="161B22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14600" y="1143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基本版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1460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$299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61188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517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即時資料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5176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快樂小馬 EMA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5176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統計分析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5176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國際市場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868680"/>
            <a:ext cx="1965960" cy="393192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868680"/>
            <a:ext cx="196596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9"/>
          <p:cNvSpPr/>
          <p:nvPr/>
        </p:nvSpPr>
        <p:spPr>
          <a:xfrm>
            <a:off x="4709160" y="868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最受歡迎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專業版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709160" y="16459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$799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5806440" y="1965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4632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全部基本版功能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46320" y="2697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策略回測系統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進階選股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盤後報告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4632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處置預測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03720" y="1005840"/>
            <a:ext cx="1965960" cy="3657600"/>
          </a:xfrm>
          <a:prstGeom prst="rect">
            <a:avLst/>
          </a:prstGeom>
          <a:solidFill>
            <a:srgbClr val="161B22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903720" y="1143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VIP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903720" y="1508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$1,499</a:t>
            </a:r>
            <a:endParaRPr lang="en-US" sz="3000" dirty="0"/>
          </a:p>
        </p:txBody>
      </p:sp>
      <p:sp>
        <p:nvSpPr>
          <p:cNvPr id="34" name="Text 31"/>
          <p:cNvSpPr/>
          <p:nvPr/>
        </p:nvSpPr>
        <p:spPr>
          <a:xfrm>
            <a:off x="800100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0408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全部專業版功能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04088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LINE 即時通知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0408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存取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4088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優先技術支援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每日使用流程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19659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1440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114300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2004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盤前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國際市場 - 判斷開盤方向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市場情資 - 重大消息掃描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14600" y="914400"/>
            <a:ext cx="19659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14600" y="91440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Shape 11"/>
          <p:cNvSpPr/>
          <p:nvPr/>
        </p:nvSpPr>
        <p:spPr>
          <a:xfrm>
            <a:off x="3154680" y="1143000"/>
            <a:ext cx="640080" cy="64008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234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1460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51460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盤中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65176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每日總覽 - 即時漲停動態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65176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族群分類 - 資金流向追蹤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914400"/>
            <a:ext cx="19659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09160" y="91440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18"/>
          <p:cNvSpPr/>
          <p:nvPr/>
        </p:nvSpPr>
        <p:spPr>
          <a:xfrm>
            <a:off x="5349240" y="1143000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23444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0916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14:00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70916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盤後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4632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盤後報告 - 今日總結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84632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隔日表現 - 驗證昨日策略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84632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快樂小馬 - 找明日標的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903720" y="914400"/>
            <a:ext cx="1965960" cy="3657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903720" y="91440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Shape 26"/>
          <p:cNvSpPr/>
          <p:nvPr/>
        </p:nvSpPr>
        <p:spPr>
          <a:xfrm>
            <a:off x="7543800" y="1143000"/>
            <a:ext cx="640080" cy="640080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23444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903720" y="1920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20:00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6903720" y="2240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04088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策略回測 - 優化交易系統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040880" y="31089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進階選股 - 挖掘潛力股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040880" y="3520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處置預測 - 風險管理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營收預測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9260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以專業版 $799/月計算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0" y="914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1508760"/>
            <a:ext cx="29260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用戶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1508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月收 8 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2103120"/>
            <a:ext cx="29260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300 用戶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2103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月收 24 萬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2697480"/>
            <a:ext cx="29260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 用戶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8096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月收 40 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3291840"/>
            <a:ext cx="29260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1000 用戶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8096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月收 80 萬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3886200"/>
            <a:ext cx="29260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3886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開發成本回收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80960" y="3886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60-75 人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開發成本估值：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40-60 萬 TWD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|  SaaS 年收入 x5 估值（500用戶）：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2,400 萬 TWD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EF4444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開始使用漲停雷達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用數據取代直覺，用系統取代手動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926080" y="3291840"/>
            <a:ext cx="32918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292608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limit-up-radar.vercel.app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功能模組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608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54+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92608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漲停股追蹤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93776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國際指數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$799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94944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/月起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Kevin Power  |  github.com/Kevin-Power/limit-up-radar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漲停雷達 Limit-Up Radar</dc:title>
  <dc:subject>PptxGenJS Presentation</dc:subject>
  <dc:creator>Kevin Power</dc:creator>
  <cp:lastModifiedBy>Kevin Power</cp:lastModifiedBy>
  <cp:revision>1</cp:revision>
  <dcterms:created xsi:type="dcterms:W3CDTF">2026-03-23T01:30:45Z</dcterms:created>
  <dcterms:modified xsi:type="dcterms:W3CDTF">2026-03-23T01:30:45Z</dcterms:modified>
</cp:coreProperties>
</file>
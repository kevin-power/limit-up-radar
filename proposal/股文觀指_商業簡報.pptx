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月費 NT$299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人</c:v>
                  </c:pt>
                  <c:pt idx="1">
                    <c:v>500 人</c:v>
                  </c:pt>
                  <c:pt idx="2">
                    <c:v>2,000 人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29900</c:v>
                </c:pt>
                <c:pt idx="1">
                  <c:v>149500</c:v>
                </c:pt>
                <c:pt idx="2">
                  <c:v>598000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月費 NT$599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人</c:v>
                  </c:pt>
                  <c:pt idx="1">
                    <c:v>500 人</c:v>
                  </c:pt>
                  <c:pt idx="2">
                    <c:v>2,000 人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59900</c:v>
                </c:pt>
                <c:pt idx="1">
                  <c:v>299500</c:v>
                </c:pt>
                <c:pt idx="2">
                  <c:v>1198000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// 股文觀指 大師專區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台股漲停族群操作平台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資料驅動 · 真實回測 · 公開透明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79</a:t>
            </a:r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隔日開盤勝率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192 樣本 / 10 天 / 樣本加權 · 真實 TWSE OHLC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limit-up-radar.vercel.app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散戶在漲停股操作的三大痛點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資訊雜訊多、缺乏可驗證數據、操作仰賴片段經驗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資訊分散各處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交易所、券商 App、財經網、社群討論——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散戶要自己手動整理族群、連板、量價、籌碼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3756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隔日表現難驗證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30175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市場只討論「今天誰漲停」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沒人系統性追蹤隔日真實開盤/收盤表現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7373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操作仰賴片段經驗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缺乏可量化的勝率、報酬數據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買賣決策受情緒與群眾雜訊影響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平台一覽：自動化資料管線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17:00 抓取 · 三層健全性驗證 · 16 個功能頁面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87452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00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TWSE / TPEx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公開官方資料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股價、法人、營收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87452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600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606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17:00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自動排程抓取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187452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600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三層驗證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606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TAIEX、漲幅、樣本數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通過才上線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949440" y="1463040"/>
            <a:ext cx="187452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1600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4944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Vercel 部署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2606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自動部署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用戶即時看到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749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個交易日資料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3749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1,934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560320" y="4297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檔月營收追蹤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49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754880" y="4297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個功能頁面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749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949440" y="4297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目前營運成本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明日焦點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篩選次日值得追蹤標的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綜合評分系統（最高 100+ 分）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趨勢族群、營收成長、法人買超、連板、龍頭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提供進場、停損、目標參考區間（情境提示）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2103120"/>
            <a:ext cx="27432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2103120"/>
            <a:ext cx="73152" cy="2286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今日精選標的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查看：limit-up-radar.vercel.app/focus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隔日表現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用真實 TWSE OHLC 驗證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個股漲停後實際隔日開盤、收盤表現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統計開盤/收盤勝率、平均開盤與收盤報酬、最佳與最差案例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資料來源：TWSE STOCK_DAY + TPEx tradingStock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2103120"/>
            <a:ext cx="27432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2103120"/>
            <a:ext cx="73152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實際樣本數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查看：limit-up-radar.vercel.app/next-day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營收速報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永豐金 Sinopac 月營收資料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1,934 檔上市櫃公司月營收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YoY 成長率、累計營收、同產業比較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搭配技術面，篩選有基本面支撐的個股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2103120"/>
            <a:ext cx="27432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2103120"/>
            <a:ext cx="7315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1,934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檔月營收覆蓋（Sinopac）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查看：limit-up-radar.vercel.app/revenue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處置預測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風險控管前置作業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依交易所規則預測高波動處置風險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強勢股追高前先看是否在處置邊緣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協助辨識規則型處置風險（不保證涵蓋所有黑天鵝）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2103120"/>
            <a:ext cx="27432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2103120"/>
            <a:ext cx="73152" cy="2286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T+0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即時風險評估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查看：limit-up-radar.vercel.app/disposal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交易教室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堂結構化教學課程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為什麼要關注漲停股、看懂族群分類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進場時機、隔日沖策略、風險控管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實戰工作流程 SOP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2103120"/>
            <a:ext cx="27432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2103120"/>
            <a:ext cx="73152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堂免費課程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查看：limit-up-radar.vercel.app/learn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回測結果（10 天 / 192 樣本）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TWSE 真實隔日 OHLC 計算 · 樣本加權 · 非估計值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67%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隔日開盤勝率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128 / 192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 / 總樣本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4251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+2.42%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37560" y="4617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平均開盤報酬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4251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0" y="4617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回測區間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競爭定位：聚焦 + 透明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不做大而全，在「漲停股隔日追蹤」場景中做最深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3716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CMoney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Goodinfo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券商 App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股文觀指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漲停股清單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族群自動分類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AI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隔日真實 OHLC 回測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192 樣本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月營收交叉分析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1934 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進出場參考區間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公開透明（程式碼/方法）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GitHub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部分支援   △ 有限   ✗ 不支援   ✓ 完整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商業模式：三階段漸進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免費獲客 → 月費社群 → 教學課程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27432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3736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0-3 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免費獲客期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用平台真實數據建立信任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累積 SEO 流量與口碑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3-6 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群月費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NT$ 299-599 / 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每日精選清單推送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觀察名單、操作紀律提醒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63040"/>
            <a:ext cx="274320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58952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月+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進階教學課程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NT$ 3,000-5,000 / 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完整方法論、實戰演練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承接需要深度的進階用戶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財務預測：保守情境推估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僅以月費 NT$ 299-599 × 付費人數計算（不含課程加購）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73152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付費用戶（保守）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月收入：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NT$ 29,900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-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59,900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付費用戶（穩健）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月收入：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NT$ 149,500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-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299,500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63040"/>
            <a:ext cx="7315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2,000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付費用戶（成熟）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月收入：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NT$ 598,000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-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1,198,000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3291840"/>
          <a:ext cx="8229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行銷規劃：低成本獲客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三層漏斗：流量 → 信任 → 付費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上層流量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SEO + 內容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經營「漲停股」「隔日表現」「月營收」等台股長尾關鍵字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2514600"/>
            <a:ext cx="59436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中層信任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45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真實數據揭露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67% 勝率、192 樣本回測、開源演算法，建立差異化信任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566160"/>
            <a:ext cx="45720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下層付費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群轉換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高互動社群每日精選推送，自然轉成月費會員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成本結構：Vercel 免費方案 + GitHub Actions 免費 + TWSE 公開 API（運營成本 NT$ 0）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個月路線圖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穩定資料 → 付費測試 → 課程商品化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468880"/>
            <a:ext cx="7315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194560"/>
            <a:ext cx="548640" cy="54864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M1-M2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穩定基礎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30175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31546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每日資料更新無中斷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回測樣本擴充至 200+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強化健全性驗證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548640" cy="54864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M3-M4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付費測試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20440" y="30175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31546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群開放招募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首批 50 人付費內測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蒐集用戶實際操作回饋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2194560"/>
            <a:ext cx="548640" cy="548640"/>
          </a:xfrm>
          <a:prstGeom prst="ellipse">
            <a:avLst/>
          </a:prstGeom>
          <a:solidFill>
            <a:srgbClr val="EF44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M5-M6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課程上架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89320" y="30175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1546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堂課程內容定稿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上架 Hahow / Teachable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建立會員留存機制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風險聲明：誠實揭露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我們相信信任的基礎在於不掩蓋限制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樣本短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目前回測僅 192 筆 / 10 天，未涵蓋多空頭循環。績效在不同市況下會有顯著差異。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個人開發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1031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尚無團隊、客服、客戶服務窗口。系統故障時的恢復時間取決於開發者個人時間。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97480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無金融牌照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7432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本平台不是金融顧問業者。所有內容僅供參考，不構成任何投資建議或保證。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37560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資料延遲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3832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每日資料於收盤後約 2.5 小時更新。盤中即時資訊請以券商即時報價為準。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77640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市場風險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3120" y="40233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投資有風險。漲停股操作為高波動策略，可能造成本金虧損。請在自身可承受範圍內操作。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從這裡開始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立即體驗平台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limit-up-radar.vercel.app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所有功能登入後即可使用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46888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加入早期付費測試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3474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成為首批 50 名 LINE 群會員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用每日真實數據驗證價值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投資合作洽談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3474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適合做小規模商業化驗證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資料管線已完整、產品已成型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limit-up-radar.vercel.app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股文觀指 商業提案</dc:title>
  <dc:subject>PptxGenJS Presentation</dc:subject>
  <dc:creator>股文觀指 大師專區</dc:creator>
  <cp:lastModifiedBy>股文觀指 大師專區</cp:lastModifiedBy>
  <cp:revision>1</cp:revision>
  <dcterms:created xsi:type="dcterms:W3CDTF">2026-05-21T13:34:17Z</dcterms:created>
  <dcterms:modified xsi:type="dcterms:W3CDTF">2026-05-21T13:34:17Z</dcterms:modified>
</cp:coreProperties>
</file>